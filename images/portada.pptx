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2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366000"/>
            <a:ext cx="6858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0</Words>
  <Application>Microsoft Office PowerPoint</Application>
  <PresentationFormat>A4 (210 x 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3</cp:revision>
  <dcterms:created xsi:type="dcterms:W3CDTF">2026-08-04T09:32:34Z</dcterms:created>
  <dcterms:modified xsi:type="dcterms:W3CDTF">2026-08-04T09:49:21Z</dcterms:modified>
</cp:coreProperties>
</file>