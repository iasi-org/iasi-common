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3" autoAdjust="0"/>
    <p:restoredTop sz="94660"/>
  </p:normalViewPr>
  <p:slideViewPr>
    <p:cSldViewPr snapToGrid="0">
      <p:cViewPr varScale="1">
        <p:scale>
          <a:sx n="94" d="100"/>
          <a:sy n="94" d="100"/>
        </p:scale>
        <p:origin x="46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045E-08CB-4E9A-A3FD-2E791A7CAB6A}" type="datetimeFigureOut">
              <a:rPr lang="es-ES" smtClean="0"/>
              <a:t>06/09/2026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29F2-8EA1-4915-B5D7-4359C4C2BE0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117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045E-08CB-4E9A-A3FD-2E791A7CAB6A}" type="datetimeFigureOut">
              <a:rPr lang="es-ES" smtClean="0"/>
              <a:t>06/09/2026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29F2-8EA1-4915-B5D7-4359C4C2BE0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233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045E-08CB-4E9A-A3FD-2E791A7CAB6A}" type="datetimeFigureOut">
              <a:rPr lang="es-ES" smtClean="0"/>
              <a:t>06/09/2026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29F2-8EA1-4915-B5D7-4359C4C2BE0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0668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045E-08CB-4E9A-A3FD-2E791A7CAB6A}" type="datetimeFigureOut">
              <a:rPr lang="es-ES" smtClean="0"/>
              <a:t>06/09/2026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29F2-8EA1-4915-B5D7-4359C4C2BE0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62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045E-08CB-4E9A-A3FD-2E791A7CAB6A}" type="datetimeFigureOut">
              <a:rPr lang="es-ES" smtClean="0"/>
              <a:t>06/09/2026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29F2-8EA1-4915-B5D7-4359C4C2BE0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783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045E-08CB-4E9A-A3FD-2E791A7CAB6A}" type="datetimeFigureOut">
              <a:rPr lang="es-ES" smtClean="0"/>
              <a:t>06/09/2026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29F2-8EA1-4915-B5D7-4359C4C2BE0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5380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045E-08CB-4E9A-A3FD-2E791A7CAB6A}" type="datetimeFigureOut">
              <a:rPr lang="es-ES" smtClean="0"/>
              <a:t>06/09/2026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29F2-8EA1-4915-B5D7-4359C4C2BE0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5316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045E-08CB-4E9A-A3FD-2E791A7CAB6A}" type="datetimeFigureOut">
              <a:rPr lang="es-ES" smtClean="0"/>
              <a:t>06/09/2026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29F2-8EA1-4915-B5D7-4359C4C2BE0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27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045E-08CB-4E9A-A3FD-2E791A7CAB6A}" type="datetimeFigureOut">
              <a:rPr lang="es-ES" smtClean="0"/>
              <a:t>06/09/2026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29F2-8EA1-4915-B5D7-4359C4C2BE0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986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045E-08CB-4E9A-A3FD-2E791A7CAB6A}" type="datetimeFigureOut">
              <a:rPr lang="es-ES" smtClean="0"/>
              <a:t>06/09/2026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29F2-8EA1-4915-B5D7-4359C4C2BE0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348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045E-08CB-4E9A-A3FD-2E791A7CAB6A}" type="datetimeFigureOut">
              <a:rPr lang="es-ES" smtClean="0"/>
              <a:t>06/09/2026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29F2-8EA1-4915-B5D7-4359C4C2BE0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5672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86045E-08CB-4E9A-A3FD-2E791A7CAB6A}" type="datetimeFigureOut">
              <a:rPr lang="es-ES" smtClean="0"/>
              <a:t>06/09/2026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029F2-8EA1-4915-B5D7-4359C4C2BE0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4068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A2A7F70-0BA7-1469-3540-80D897A5AD65}"/>
              </a:ext>
            </a:extLst>
          </p:cNvPr>
          <p:cNvSpPr/>
          <p:nvPr/>
        </p:nvSpPr>
        <p:spPr>
          <a:xfrm>
            <a:off x="2529840" y="1087120"/>
            <a:ext cx="899160" cy="4500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PM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5FB522-4970-AA19-C000-BD3B31630BC3}"/>
              </a:ext>
            </a:extLst>
          </p:cNvPr>
          <p:cNvSpPr/>
          <p:nvPr/>
        </p:nvSpPr>
        <p:spPr>
          <a:xfrm>
            <a:off x="1630680" y="1910080"/>
            <a:ext cx="899160" cy="450000"/>
          </a:xfrm>
          <a:prstGeom prst="rect">
            <a:avLst/>
          </a:prstGeom>
          <a:solidFill>
            <a:srgbClr val="99CCFF"/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Negocio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C9DBE77-0DD6-8748-0145-F1EA67E8C069}"/>
              </a:ext>
            </a:extLst>
          </p:cNvPr>
          <p:cNvSpPr/>
          <p:nvPr/>
        </p:nvSpPr>
        <p:spPr>
          <a:xfrm>
            <a:off x="3429000" y="1910080"/>
            <a:ext cx="899160" cy="450000"/>
          </a:xfrm>
          <a:prstGeom prst="rect">
            <a:avLst/>
          </a:prstGeom>
          <a:solidFill>
            <a:srgbClr val="99CCFF"/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Técnica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BFB80B-B603-7A37-B2DC-71ED8BDA5133}"/>
              </a:ext>
            </a:extLst>
          </p:cNvPr>
          <p:cNvSpPr/>
          <p:nvPr/>
        </p:nvSpPr>
        <p:spPr>
          <a:xfrm>
            <a:off x="2529840" y="3037840"/>
            <a:ext cx="899160" cy="45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>
                <a:solidFill>
                  <a:schemeClr val="tx1"/>
                </a:solidFill>
              </a:rPr>
              <a:t>Pract</a:t>
            </a:r>
            <a:r>
              <a:rPr lang="es-ES" sz="1400" dirty="0">
                <a:solidFill>
                  <a:schemeClr val="tx1"/>
                </a:solidFill>
              </a:rPr>
              <a:t>. 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21BD61-A987-1D4E-0494-87588C477351}"/>
              </a:ext>
            </a:extLst>
          </p:cNvPr>
          <p:cNvSpPr/>
          <p:nvPr/>
        </p:nvSpPr>
        <p:spPr>
          <a:xfrm>
            <a:off x="1097280" y="3037840"/>
            <a:ext cx="899160" cy="45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>
                <a:solidFill>
                  <a:schemeClr val="tx1"/>
                </a:solidFill>
              </a:rPr>
              <a:t>Pract</a:t>
            </a:r>
            <a:r>
              <a:rPr lang="es-ES" sz="1400" dirty="0">
                <a:solidFill>
                  <a:schemeClr val="tx1"/>
                </a:solidFill>
              </a:rPr>
              <a:t>. 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EED7A76-9760-11DE-9805-B0C7D073C0F8}"/>
              </a:ext>
            </a:extLst>
          </p:cNvPr>
          <p:cNvSpPr/>
          <p:nvPr/>
        </p:nvSpPr>
        <p:spPr>
          <a:xfrm>
            <a:off x="3962402" y="3037840"/>
            <a:ext cx="899160" cy="45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>
                <a:solidFill>
                  <a:schemeClr val="tx1"/>
                </a:solidFill>
              </a:rPr>
              <a:t>Pract</a:t>
            </a:r>
            <a:r>
              <a:rPr lang="es-ES" sz="1400" dirty="0">
                <a:solidFill>
                  <a:schemeClr val="tx1"/>
                </a:solidFill>
              </a:rPr>
              <a:t>. 5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737DDA7-3904-BDA5-0824-9FB22B73E6D4}"/>
              </a:ext>
            </a:extLst>
          </p:cNvPr>
          <p:cNvSpPr/>
          <p:nvPr/>
        </p:nvSpPr>
        <p:spPr>
          <a:xfrm>
            <a:off x="1828802" y="3920280"/>
            <a:ext cx="899160" cy="45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>
                <a:solidFill>
                  <a:schemeClr val="tx1"/>
                </a:solidFill>
              </a:rPr>
              <a:t>Pract</a:t>
            </a:r>
            <a:r>
              <a:rPr lang="es-ES" sz="1400" dirty="0">
                <a:solidFill>
                  <a:schemeClr val="tx1"/>
                </a:solidFill>
              </a:rPr>
              <a:t>. 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C2896E3-15C7-DF0F-C37C-C838A552FD5B}"/>
              </a:ext>
            </a:extLst>
          </p:cNvPr>
          <p:cNvSpPr/>
          <p:nvPr/>
        </p:nvSpPr>
        <p:spPr>
          <a:xfrm>
            <a:off x="3385820" y="3920280"/>
            <a:ext cx="899160" cy="45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>
                <a:solidFill>
                  <a:schemeClr val="tx1"/>
                </a:solidFill>
              </a:rPr>
              <a:t>Pract</a:t>
            </a:r>
            <a:r>
              <a:rPr lang="es-ES" sz="1400" dirty="0">
                <a:solidFill>
                  <a:schemeClr val="tx1"/>
                </a:solidFill>
              </a:rPr>
              <a:t>. 4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33784FC9-96DF-D29A-B2DC-BC7425D34190}"/>
              </a:ext>
            </a:extLst>
          </p:cNvPr>
          <p:cNvCxnSpPr>
            <a:stCxn id="4" idx="1"/>
            <a:endCxn id="6" idx="0"/>
          </p:cNvCxnSpPr>
          <p:nvPr/>
        </p:nvCxnSpPr>
        <p:spPr>
          <a:xfrm rot="10800000" flipV="1">
            <a:off x="2080260" y="1312120"/>
            <a:ext cx="449580" cy="59796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3">
            <a:extLst>
              <a:ext uri="{FF2B5EF4-FFF2-40B4-BE49-F238E27FC236}">
                <a16:creationId xmlns:a16="http://schemas.microsoft.com/office/drawing/2014/main" id="{24BBDEE2-D945-C669-8013-003BA16B2591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3429000" y="1312120"/>
            <a:ext cx="449580" cy="59796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3">
            <a:extLst>
              <a:ext uri="{FF2B5EF4-FFF2-40B4-BE49-F238E27FC236}">
                <a16:creationId xmlns:a16="http://schemas.microsoft.com/office/drawing/2014/main" id="{D1FC0401-0FA6-5E01-7C1D-3D4144F9D9F6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5400000">
            <a:off x="1512780" y="1571200"/>
            <a:ext cx="1500720" cy="1432560"/>
          </a:xfrm>
          <a:prstGeom prst="bentConnector3">
            <a:avLst>
              <a:gd name="adj1" fmla="val 77757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13">
            <a:extLst>
              <a:ext uri="{FF2B5EF4-FFF2-40B4-BE49-F238E27FC236}">
                <a16:creationId xmlns:a16="http://schemas.microsoft.com/office/drawing/2014/main" id="{121DA4E3-C499-F274-6DC3-5C0B2F19D15F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2945341" y="1571199"/>
            <a:ext cx="1500720" cy="1432562"/>
          </a:xfrm>
          <a:prstGeom prst="bentConnector3">
            <a:avLst>
              <a:gd name="adj1" fmla="val 77757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D813F037-C127-504F-9172-9131CA1D8EB6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2979420" y="1537120"/>
            <a:ext cx="0" cy="15007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86F6C8E-A8E9-B19E-36EC-28F6A8676093}"/>
              </a:ext>
            </a:extLst>
          </p:cNvPr>
          <p:cNvCxnSpPr>
            <a:endCxn id="11" idx="0"/>
          </p:cNvCxnSpPr>
          <p:nvPr/>
        </p:nvCxnSpPr>
        <p:spPr>
          <a:xfrm>
            <a:off x="2263140" y="2712720"/>
            <a:ext cx="15242" cy="12075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9140857B-57B0-5FF0-45D4-527CD452BDEE}"/>
              </a:ext>
            </a:extLst>
          </p:cNvPr>
          <p:cNvCxnSpPr/>
          <p:nvPr/>
        </p:nvCxnSpPr>
        <p:spPr>
          <a:xfrm>
            <a:off x="3797300" y="2722880"/>
            <a:ext cx="15242" cy="12075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7E1D98A8-E564-0D73-9407-537C3317AE0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529840" y="2135080"/>
            <a:ext cx="899160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62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547B032-1351-6292-E95C-CC863BFD2CC0}"/>
              </a:ext>
            </a:extLst>
          </p:cNvPr>
          <p:cNvSpPr/>
          <p:nvPr/>
        </p:nvSpPr>
        <p:spPr>
          <a:xfrm>
            <a:off x="2956560" y="1087120"/>
            <a:ext cx="899160" cy="4500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CEO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D327B50-C0BD-4E6A-9931-24B12C3F65C4}"/>
              </a:ext>
            </a:extLst>
          </p:cNvPr>
          <p:cNvSpPr/>
          <p:nvPr/>
        </p:nvSpPr>
        <p:spPr>
          <a:xfrm>
            <a:off x="2057400" y="1910080"/>
            <a:ext cx="899160" cy="450000"/>
          </a:xfrm>
          <a:prstGeom prst="rect">
            <a:avLst/>
          </a:prstGeom>
          <a:solidFill>
            <a:srgbClr val="99CCFF"/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CFO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5DC514A-0ED5-5730-96B4-3BD9B1F47BF5}"/>
              </a:ext>
            </a:extLst>
          </p:cNvPr>
          <p:cNvSpPr/>
          <p:nvPr/>
        </p:nvSpPr>
        <p:spPr>
          <a:xfrm>
            <a:off x="3855720" y="1899920"/>
            <a:ext cx="899160" cy="450000"/>
          </a:xfrm>
          <a:prstGeom prst="rect">
            <a:avLst/>
          </a:prstGeom>
          <a:solidFill>
            <a:srgbClr val="99CCFF"/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CIO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D87C953-D2D0-2BFB-B1CA-428071F5ED52}"/>
              </a:ext>
            </a:extLst>
          </p:cNvPr>
          <p:cNvSpPr/>
          <p:nvPr/>
        </p:nvSpPr>
        <p:spPr>
          <a:xfrm>
            <a:off x="2967991" y="3008049"/>
            <a:ext cx="899160" cy="45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>
                <a:solidFill>
                  <a:schemeClr val="tx1"/>
                </a:solidFill>
              </a:rPr>
              <a:t>CzO</a:t>
            </a:r>
            <a:endParaRPr lang="es-ES" sz="1400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F02B48A-23AE-D2C3-B6B0-D159F5D23BEE}"/>
              </a:ext>
            </a:extLst>
          </p:cNvPr>
          <p:cNvSpPr/>
          <p:nvPr/>
        </p:nvSpPr>
        <p:spPr>
          <a:xfrm>
            <a:off x="505461" y="3008049"/>
            <a:ext cx="899160" cy="45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>
                <a:solidFill>
                  <a:schemeClr val="tx1"/>
                </a:solidFill>
              </a:rPr>
              <a:t>CxO</a:t>
            </a:r>
            <a:endParaRPr lang="es-ES" sz="1400" dirty="0">
              <a:solidFill>
                <a:schemeClr val="tx1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7BE6E91-1B08-CDD9-D2EF-E38AF4A5FD82}"/>
              </a:ext>
            </a:extLst>
          </p:cNvPr>
          <p:cNvSpPr/>
          <p:nvPr/>
        </p:nvSpPr>
        <p:spPr>
          <a:xfrm>
            <a:off x="5430519" y="3008049"/>
            <a:ext cx="899160" cy="45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>
                <a:solidFill>
                  <a:schemeClr val="tx1"/>
                </a:solidFill>
              </a:rPr>
              <a:t>CkO</a:t>
            </a:r>
            <a:endParaRPr lang="es-ES" sz="1400" dirty="0">
              <a:solidFill>
                <a:schemeClr val="tx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B6E1A2E-55D2-CCED-2878-C0C603A97208}"/>
              </a:ext>
            </a:extLst>
          </p:cNvPr>
          <p:cNvSpPr/>
          <p:nvPr/>
        </p:nvSpPr>
        <p:spPr>
          <a:xfrm>
            <a:off x="1736726" y="3008049"/>
            <a:ext cx="899160" cy="45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>
                <a:solidFill>
                  <a:schemeClr val="tx1"/>
                </a:solidFill>
              </a:rPr>
              <a:t>CyO</a:t>
            </a:r>
            <a:endParaRPr lang="es-ES" sz="1400" dirty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ECEDB31-E56E-794A-B05D-9DE44FFEC91D}"/>
              </a:ext>
            </a:extLst>
          </p:cNvPr>
          <p:cNvSpPr/>
          <p:nvPr/>
        </p:nvSpPr>
        <p:spPr>
          <a:xfrm>
            <a:off x="4199256" y="3008049"/>
            <a:ext cx="899160" cy="45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>
                <a:solidFill>
                  <a:schemeClr val="tx1"/>
                </a:solidFill>
              </a:rPr>
              <a:t>CjO</a:t>
            </a:r>
            <a:endParaRPr lang="es-ES" sz="1400" dirty="0">
              <a:solidFill>
                <a:schemeClr val="tx1"/>
              </a:solidFill>
            </a:endParaRPr>
          </a:p>
        </p:txBody>
      </p:sp>
      <p:cxnSp>
        <p:nvCxnSpPr>
          <p:cNvPr id="12" name="Conector recto 13">
            <a:extLst>
              <a:ext uri="{FF2B5EF4-FFF2-40B4-BE49-F238E27FC236}">
                <a16:creationId xmlns:a16="http://schemas.microsoft.com/office/drawing/2014/main" id="{C74A785A-3D98-37A1-C679-A9EDEB0EB289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rot="5400000">
            <a:off x="1445127" y="1047035"/>
            <a:ext cx="1470929" cy="2451099"/>
          </a:xfrm>
          <a:prstGeom prst="bentConnector3">
            <a:avLst>
              <a:gd name="adj1" fmla="val 76247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3">
            <a:extLst>
              <a:ext uri="{FF2B5EF4-FFF2-40B4-BE49-F238E27FC236}">
                <a16:creationId xmlns:a16="http://schemas.microsoft.com/office/drawing/2014/main" id="{E19A7D3B-D6B6-4204-7825-6CBB832BD34D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rot="16200000" flipH="1">
            <a:off x="3907655" y="1035604"/>
            <a:ext cx="1470929" cy="2473959"/>
          </a:xfrm>
          <a:prstGeom prst="bentConnector3">
            <a:avLst>
              <a:gd name="adj1" fmla="val 76938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CCCA383-95D1-0397-01A7-2276D4A9B63B}"/>
              </a:ext>
            </a:extLst>
          </p:cNvPr>
          <p:cNvCxnSpPr>
            <a:stCxn id="2" idx="2"/>
            <a:endCxn id="5" idx="0"/>
          </p:cNvCxnSpPr>
          <p:nvPr/>
        </p:nvCxnSpPr>
        <p:spPr>
          <a:xfrm>
            <a:off x="3406140" y="1537120"/>
            <a:ext cx="11431" cy="147092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13">
            <a:extLst>
              <a:ext uri="{FF2B5EF4-FFF2-40B4-BE49-F238E27FC236}">
                <a16:creationId xmlns:a16="http://schemas.microsoft.com/office/drawing/2014/main" id="{1D45021E-0BDD-33BF-931C-F8D3CC1195B1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rot="10800000" flipV="1">
            <a:off x="2956560" y="2124920"/>
            <a:ext cx="899160" cy="1016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0979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26</Words>
  <Application>Microsoft Office PowerPoint</Application>
  <PresentationFormat>Panorámica</PresentationFormat>
  <Paragraphs>16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Grandez</dc:creator>
  <cp:lastModifiedBy>Javier Grandez</cp:lastModifiedBy>
  <cp:revision>4</cp:revision>
  <dcterms:created xsi:type="dcterms:W3CDTF">2026-09-06T10:43:35Z</dcterms:created>
  <dcterms:modified xsi:type="dcterms:W3CDTF">2026-09-06T11:16:56Z</dcterms:modified>
</cp:coreProperties>
</file>